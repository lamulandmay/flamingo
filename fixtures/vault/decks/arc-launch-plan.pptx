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377440"/>
            <a:ext cx="10728655" cy="1188720"/>
          </a:xfrm>
        </p:spPr>
        <p:txBody>
          <a:bodyPr/>
          <a:lstStyle/>
          <a:p>
            <a:pPr algn="l"/>
            <a:r>
              <a:rPr sz="4800" b="1">
                <a:solidFill>
                  <a:srgbClr val="1F232A"/>
                </a:solidFill>
                <a:latin typeface="Helvetica Neue"/>
              </a:rPr>
              <a:t>Arc 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566160"/>
            <a:ext cx="10728655" cy="731520"/>
          </a:xfrm>
        </p:spPr>
        <p:txBody>
          <a:bodyPr/>
          <a:lstStyle/>
          <a:p>
            <a:pPr algn="l"/>
            <a:r>
              <a:rPr sz="2000">
                <a:solidFill>
                  <a:srgbClr val="5C636E"/>
                </a:solidFill>
                <a:latin typeface="Helvetica Neue"/>
              </a:rPr>
              <a:t>November 18,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3,000 units in the launch window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4.6 or better average rating at 60 days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Returns under 3%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October 27: PVT starts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November 4: press embargo briefings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November 18: launch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December 12: last ship date for the holidays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Pre-launch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Waitlist: 4,812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Seed 40 units with designers and writers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Press kit: photography, spec sheet, founder note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Launch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DTC only for the first week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Retail partners in week two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Founder livestream at 10:00 Pacific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Channels and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DTC: $249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Retail: $249 MAP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B2B: $219 at 10 units or more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Messaging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Light that stays out of the way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Flicker-free at every brightness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Dims warm, like a filament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Teaser film, 8 seconds, cut for vertical and wide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Product photography in three rooms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Two-minute setup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Support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FAQ and setup guide live on launch day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Two-year warranty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30-day returns, prepaid label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  <a:ext cx="10728655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1F232A"/>
                </a:solidFill>
                <a:latin typeface="Helvetica Neue"/>
              </a:rPr>
              <a:t>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737360"/>
            <a:ext cx="10728655" cy="448056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Arc Mini at launch, or January?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Is there an Arc Pro, and what makes it Pro?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1F232A"/>
                </a:solidFill>
                <a:latin typeface="Helvetica Neue"/>
              </a:rPr>
              <a:t>Clamp mount as an accessory or in the box?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822960" cy="38100"/>
          </a:xfrm>
          <a:prstGeom prst="rect">
            <a:avLst/>
          </a:prstGeom>
          <a:solidFill>
            <a:srgbClr val="E8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88575" y="63093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36E"/>
                </a:solidFill>
              </a:rPr>
              <a:t>Kestrel Works  ·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Launch Plan</dc:title>
  <dc:subject/>
  <dc:creator>Priya Raman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